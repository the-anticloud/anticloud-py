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2026-10-02T09:26:46.479422Z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f0e16e48bbb6dbb23b6a3242e2d5eead7d148ecdc4e9135cc63318b373addb18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2026-10-02T09:26:46.479422Z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